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FIXTURE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FIXTURE</a:t>
            </a:r>
          </a:p>
          <a:p>
            <a:r>
              <a:t>2026-10-01 项目完成率 87.6%，接入 12 个监测点。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